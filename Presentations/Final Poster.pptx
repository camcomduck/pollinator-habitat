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21945600" cx="32918400"/>
  <p:notesSz cx="6858000" cy="9144000"/>
  <p:embeddedFontLst>
    <p:embeddedFont>
      <p:font typeface="Quattrocento"/>
      <p:regular r:id="rId8"/>
      <p:bold r:id="rId9"/>
    </p:embeddedFont>
    <p:embeddedFont>
      <p:font typeface="Quattrocento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2">
          <p15:clr>
            <a:srgbClr val="747775"/>
          </p15:clr>
        </p15:guide>
        <p15:guide id="2" pos="10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2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QuattrocentoSans-bold.fntdata"/><Relationship Id="rId10" Type="http://schemas.openxmlformats.org/officeDocument/2006/relationships/font" Target="fonts/QuattrocentoSans-regular.fntdata"/><Relationship Id="rId13" Type="http://schemas.openxmlformats.org/officeDocument/2006/relationships/font" Target="fonts/QuattrocentoSans-boldItalic.fntdata"/><Relationship Id="rId12" Type="http://schemas.openxmlformats.org/officeDocument/2006/relationships/font" Target="fonts/QuattrocentoSa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Quattrocen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Quattrocen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b4734d29d_2_41:notes"/>
          <p:cNvSpPr txBox="1"/>
          <p:nvPr>
            <p:ph idx="12" type="sldNum"/>
          </p:nvPr>
        </p:nvSpPr>
        <p:spPr>
          <a:xfrm>
            <a:off x="3890913" y="8671536"/>
            <a:ext cx="2956482" cy="453081"/>
          </a:xfrm>
          <a:prstGeom prst="rect">
            <a:avLst/>
          </a:prstGeom>
          <a:noFill/>
          <a:ln>
            <a:noFill/>
          </a:ln>
        </p:spPr>
        <p:txBody>
          <a:bodyPr anchorCtr="0" anchor="b" bIns="43050" lIns="86150" spcFirstLastPara="1" rIns="86150" wrap="square" tIns="430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g38b4734d29d_2_41:notes"/>
          <p:cNvSpPr/>
          <p:nvPr>
            <p:ph idx="2" type="sldImg"/>
          </p:nvPr>
        </p:nvSpPr>
        <p:spPr>
          <a:xfrm>
            <a:off x="894368" y="678410"/>
            <a:ext cx="5058658" cy="34683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4" name="Google Shape;94;g38b4734d29d_2_41:notes"/>
          <p:cNvSpPr txBox="1"/>
          <p:nvPr>
            <p:ph idx="1" type="body"/>
          </p:nvPr>
        </p:nvSpPr>
        <p:spPr>
          <a:xfrm>
            <a:off x="933254" y="4374535"/>
            <a:ext cx="4979709" cy="4071672"/>
          </a:xfrm>
          <a:prstGeom prst="rect">
            <a:avLst/>
          </a:prstGeom>
          <a:noFill/>
          <a:ln>
            <a:noFill/>
          </a:ln>
        </p:spPr>
        <p:txBody>
          <a:bodyPr anchorCtr="0" anchor="t" bIns="43050" lIns="86150" spcFirstLastPara="1" rIns="86150" wrap="square" tIns="4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22150" y="3176853"/>
            <a:ext cx="30674100" cy="87579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1pPr>
            <a:lvl2pPr lvl="1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2pPr>
            <a:lvl3pPr lvl="2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3pPr>
            <a:lvl4pPr lvl="3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4pPr>
            <a:lvl5pPr lvl="4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5pPr>
            <a:lvl6pPr lvl="5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6pPr>
            <a:lvl7pPr lvl="6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7pPr>
            <a:lvl8pPr lvl="7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8pPr>
            <a:lvl9pPr lvl="8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22120" y="12092267"/>
            <a:ext cx="30674100" cy="33819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22120" y="9176960"/>
            <a:ext cx="30674100" cy="35916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1pPr>
            <a:lvl2pPr lvl="1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2pPr>
            <a:lvl3pPr lvl="2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3pPr>
            <a:lvl4pPr lvl="3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4pPr>
            <a:lvl5pPr lvl="4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5pPr>
            <a:lvl6pPr lvl="5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6pPr>
            <a:lvl7pPr lvl="6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7pPr>
            <a:lvl8pPr lvl="7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8pPr>
            <a:lvl9pPr lvl="8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12212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68395" lvl="0" marL="4572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739664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68395" lvl="0" marL="4572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122120" y="2370560"/>
            <a:ext cx="10108800" cy="32244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1pPr>
            <a:lvl2pPr lvl="1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2pPr>
            <a:lvl3pPr lvl="2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3pPr>
            <a:lvl4pPr lvl="3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4pPr>
            <a:lvl5pPr lvl="4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5pPr>
            <a:lvl6pPr lvl="5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6pPr>
            <a:lvl7pPr lvl="6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7pPr>
            <a:lvl8pPr lvl="7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8pPr>
            <a:lvl9pPr lvl="8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122120" y="5928960"/>
            <a:ext cx="10108800" cy="135654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19854" lvl="0" marL="4572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764900" y="1920640"/>
            <a:ext cx="22924200" cy="174540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1pPr>
            <a:lvl2pPr lvl="1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2pPr>
            <a:lvl3pPr lvl="2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3pPr>
            <a:lvl4pPr lvl="3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4pPr>
            <a:lvl5pPr lvl="4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5pPr>
            <a:lvl6pPr lvl="5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6pPr>
            <a:lvl7pPr lvl="6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7pPr>
            <a:lvl8pPr lvl="7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8pPr>
            <a:lvl9pPr lvl="8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459200" y="-533"/>
            <a:ext cx="16459200" cy="219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955800" y="5261547"/>
            <a:ext cx="14562600" cy="63246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1pPr>
            <a:lvl2pPr lvl="1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2pPr>
            <a:lvl3pPr lvl="2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3pPr>
            <a:lvl4pPr lvl="3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4pPr>
            <a:lvl5pPr lvl="4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5pPr>
            <a:lvl6pPr lvl="5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6pPr>
            <a:lvl7pPr lvl="6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7pPr>
            <a:lvl8pPr lvl="7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8pPr>
            <a:lvl9pPr lvl="8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55800" y="11959787"/>
            <a:ext cx="14562600" cy="52698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7782200" y="3089387"/>
            <a:ext cx="13813200" cy="157659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665480" lvl="0" marL="45720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122120" y="18050453"/>
            <a:ext cx="21595800" cy="25818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122120" y="4719467"/>
            <a:ext cx="30674100" cy="83775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1pPr>
            <a:lvl2pPr lvl="1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2pPr>
            <a:lvl3pPr lvl="2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3pPr>
            <a:lvl4pPr lvl="3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4pPr>
            <a:lvl5pPr lvl="4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5pPr>
            <a:lvl6pPr lvl="5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6pPr>
            <a:lvl7pPr lvl="6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7pPr>
            <a:lvl8pPr lvl="7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8pPr>
            <a:lvl9pPr lvl="8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122120" y="13449493"/>
            <a:ext cx="30674100" cy="55500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 algn="ctr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2469093" y="6817784"/>
            <a:ext cx="27980218" cy="4703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4938184" y="12435417"/>
            <a:ext cx="23042032" cy="5609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1427"/>
              </a:spcBef>
              <a:spcAft>
                <a:spcPts val="0"/>
              </a:spcAft>
              <a:buClr>
                <a:schemeClr val="dk1"/>
              </a:buClr>
              <a:buSzPts val="7134"/>
              <a:buFont typeface="Times New Roman"/>
              <a:buNone/>
              <a:defRPr b="0" i="0" sz="71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1267"/>
              </a:spcBef>
              <a:spcAft>
                <a:spcPts val="0"/>
              </a:spcAft>
              <a:buClr>
                <a:schemeClr val="dk1"/>
              </a:buClr>
              <a:buSzPts val="6334"/>
              <a:buFont typeface="Times New Roman"/>
              <a:buNone/>
              <a:defRPr b="0" i="0" sz="6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  <a:defRPr b="0" i="0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None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None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None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None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None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None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1645710" y="878417"/>
            <a:ext cx="2962698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1645710" y="5120217"/>
            <a:ext cx="29626982" cy="14483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681609" lvl="0" marL="457200" marR="0" rtl="0" algn="l">
              <a:spcBef>
                <a:spcPts val="1427"/>
              </a:spcBef>
              <a:spcAft>
                <a:spcPts val="0"/>
              </a:spcAft>
              <a:buClr>
                <a:schemeClr val="dk1"/>
              </a:buClr>
              <a:buSzPts val="7134"/>
              <a:buFont typeface="Times New Roman"/>
              <a:buChar char="•"/>
              <a:defRPr b="0" i="0" sz="71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0809" lvl="1" marL="914400" marR="0" rtl="0" algn="l">
              <a:spcBef>
                <a:spcPts val="1267"/>
              </a:spcBef>
              <a:spcAft>
                <a:spcPts val="0"/>
              </a:spcAft>
              <a:buClr>
                <a:schemeClr val="dk1"/>
              </a:buClr>
              <a:buSzPts val="6334"/>
              <a:buFont typeface="Times New Roman"/>
              <a:buChar char="–"/>
              <a:defRPr b="0" i="0" sz="6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571500" lvl="2" marL="1371600" marR="0" rtl="0" algn="l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Char char="•"/>
              <a:defRPr b="0" i="0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503809" lvl="3" marL="18288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–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503809" lvl="4" marL="22860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503809" lvl="5" marL="27432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503809" lvl="6" marL="32004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503809" lvl="7" marL="36576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503809" lvl="8" marL="41148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2600326" y="14102293"/>
            <a:ext cx="27980218" cy="4358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2600326" y="9301692"/>
            <a:ext cx="27980218" cy="48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None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Font typeface="Times New Roman"/>
              <a:buNone/>
              <a:defRPr b="0" i="0" sz="9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Font typeface="Times New Roman"/>
              <a:buNone/>
              <a:defRPr b="0" i="0" sz="9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Font typeface="Times New Roman"/>
              <a:buNone/>
              <a:defRPr b="0" i="0" sz="9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Font typeface="Times New Roman"/>
              <a:buNone/>
              <a:defRPr b="0" i="0" sz="9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Font typeface="Times New Roman"/>
              <a:buNone/>
              <a:defRPr b="0" i="0" sz="9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Font typeface="Times New Roman"/>
              <a:buNone/>
              <a:defRPr b="0" i="0" sz="9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645710" y="878417"/>
            <a:ext cx="2962698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1645709" y="5120217"/>
            <a:ext cx="14762691" cy="14483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7155" lvl="0" marL="457200" marR="0" rtl="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Times New Roman"/>
              <a:buChar char="•"/>
              <a:defRPr b="0" i="0" sz="18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3246" lvl="2" marL="13716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Char char="•"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04800" lvl="3" marL="18288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–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2" type="body"/>
          </p:nvPr>
        </p:nvSpPr>
        <p:spPr>
          <a:xfrm>
            <a:off x="16510002" y="5120217"/>
            <a:ext cx="14762693" cy="14483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7155" lvl="0" marL="457200" marR="0" rtl="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Times New Roman"/>
              <a:buChar char="•"/>
              <a:defRPr b="0" i="0" sz="18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3246" lvl="2" marL="13716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Char char="•"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04800" lvl="3" marL="18288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–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»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1645710" y="878417"/>
            <a:ext cx="2962698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1645709" y="4912784"/>
            <a:ext cx="14544675" cy="20468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None/>
              <a:defRPr b="1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1645709" y="6959601"/>
            <a:ext cx="14544675" cy="12643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13246" lvl="1" marL="9144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Char char="–"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04800" lvl="2" marL="13716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96355" lvl="3" marL="18288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–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6355" lvl="4" marL="22860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»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6355" lvl="5" marL="27432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»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6355" lvl="6" marL="32004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»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6354" lvl="7" marL="36576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»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6354" lvl="8" marL="41148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»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3" name="Google Shape;73;p19"/>
          <p:cNvSpPr txBox="1"/>
          <p:nvPr>
            <p:ph idx="3" type="body"/>
          </p:nvPr>
        </p:nvSpPr>
        <p:spPr>
          <a:xfrm>
            <a:off x="16721666" y="4912784"/>
            <a:ext cx="14551027" cy="20468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None/>
              <a:defRPr b="1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None/>
              <a:defRPr b="1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4" name="Google Shape;74;p19"/>
          <p:cNvSpPr txBox="1"/>
          <p:nvPr>
            <p:ph idx="4" type="body"/>
          </p:nvPr>
        </p:nvSpPr>
        <p:spPr>
          <a:xfrm>
            <a:off x="16721666" y="6959601"/>
            <a:ext cx="14551027" cy="12643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13246" lvl="1" marL="9144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Char char="–"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04800" lvl="2" marL="13716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96355" lvl="3" marL="18288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–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6355" lvl="4" marL="22860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»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6355" lvl="5" marL="27432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»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6355" lvl="6" marL="32004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»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6354" lvl="7" marL="36576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»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6354" lvl="8" marL="4114800" marR="0" rtl="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Times New Roman"/>
              <a:buChar char="»"/>
              <a:defRPr b="0" i="0" sz="10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1645710" y="878417"/>
            <a:ext cx="2962698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1645709" y="874184"/>
            <a:ext cx="10829925" cy="3717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333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12870392" y="874184"/>
            <a:ext cx="18402300" cy="1872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4046" lvl="0" marL="457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Times New Roman"/>
              <a:buChar char="•"/>
              <a:defRPr b="0" i="0" sz="21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7155" lvl="1" marL="914400" marR="0" rtl="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Times New Roman"/>
              <a:buChar char="–"/>
              <a:defRPr b="0" i="0" sz="18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3246" lvl="3" marL="18288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Char char="–"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3245" lvl="4" marL="22860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Char char="»"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3245" lvl="5" marL="27432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Char char="»"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3245" lvl="6" marL="32004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Char char="»"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3246" lvl="7" marL="36576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Char char="»"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3246" lvl="8" marL="41148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Times New Roman"/>
              <a:buChar char="»"/>
              <a:defRPr b="0" i="0" sz="13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0" name="Google Shape;80;p21"/>
          <p:cNvSpPr txBox="1"/>
          <p:nvPr>
            <p:ph idx="2" type="body"/>
          </p:nvPr>
        </p:nvSpPr>
        <p:spPr>
          <a:xfrm>
            <a:off x="1645709" y="4592109"/>
            <a:ext cx="10829925" cy="150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Font typeface="Times New Roman"/>
              <a:buNone/>
              <a:defRPr b="0" i="0" sz="9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Font typeface="Times New Roman"/>
              <a:buNone/>
              <a:defRPr b="0" i="0" sz="6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6452659" y="15361710"/>
            <a:ext cx="19750618" cy="18139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333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3" name="Google Shape;83;p22"/>
          <p:cNvSpPr/>
          <p:nvPr>
            <p:ph idx="2" type="pic"/>
          </p:nvPr>
        </p:nvSpPr>
        <p:spPr>
          <a:xfrm>
            <a:off x="6452659" y="1961093"/>
            <a:ext cx="19750618" cy="131667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6452659" y="17175693"/>
            <a:ext cx="19750618" cy="257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Font typeface="Times New Roman"/>
              <a:buNone/>
              <a:defRPr b="0" i="0" sz="93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b="0" i="0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Font typeface="Times New Roman"/>
              <a:buNone/>
              <a:defRPr b="0" i="0" sz="66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Times New Roman"/>
              <a:buNone/>
              <a:defRPr b="0" i="0" sz="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title"/>
          </p:nvPr>
        </p:nvSpPr>
        <p:spPr>
          <a:xfrm>
            <a:off x="1645710" y="878417"/>
            <a:ext cx="29626982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7" name="Google Shape;87;p23"/>
          <p:cNvSpPr txBox="1"/>
          <p:nvPr>
            <p:ph idx="1" type="body"/>
          </p:nvPr>
        </p:nvSpPr>
        <p:spPr>
          <a:xfrm rot="5400000">
            <a:off x="9217554" y="-2451628"/>
            <a:ext cx="14483293" cy="29626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681609" lvl="0" marL="457200" marR="0" rtl="0" algn="l">
              <a:spcBef>
                <a:spcPts val="1427"/>
              </a:spcBef>
              <a:spcAft>
                <a:spcPts val="0"/>
              </a:spcAft>
              <a:buClr>
                <a:schemeClr val="dk1"/>
              </a:buClr>
              <a:buSzPts val="7134"/>
              <a:buFont typeface="Times New Roman"/>
              <a:buChar char="•"/>
              <a:defRPr b="0" i="0" sz="71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0809" lvl="1" marL="914400" marR="0" rtl="0" algn="l">
              <a:spcBef>
                <a:spcPts val="1267"/>
              </a:spcBef>
              <a:spcAft>
                <a:spcPts val="0"/>
              </a:spcAft>
              <a:buClr>
                <a:schemeClr val="dk1"/>
              </a:buClr>
              <a:buSzPts val="6334"/>
              <a:buFont typeface="Times New Roman"/>
              <a:buChar char="–"/>
              <a:defRPr b="0" i="0" sz="6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571500" lvl="2" marL="1371600" marR="0" rtl="0" algn="l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Char char="•"/>
              <a:defRPr b="0" i="0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503809" lvl="3" marL="18288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–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503809" lvl="4" marL="22860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503809" lvl="5" marL="27432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503809" lvl="6" marL="32004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503809" lvl="7" marL="36576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503809" lvl="8" marL="41148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 rot="5400000">
            <a:off x="18207039" y="6537855"/>
            <a:ext cx="18725093" cy="7406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867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0" name="Google Shape;90;p24"/>
          <p:cNvSpPr txBox="1"/>
          <p:nvPr>
            <p:ph idx="1" type="body"/>
          </p:nvPr>
        </p:nvSpPr>
        <p:spPr>
          <a:xfrm rot="5400000">
            <a:off x="3342746" y="-818621"/>
            <a:ext cx="18725093" cy="22119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681609" lvl="0" marL="457200" marR="0" rtl="0" algn="l">
              <a:spcBef>
                <a:spcPts val="1427"/>
              </a:spcBef>
              <a:spcAft>
                <a:spcPts val="0"/>
              </a:spcAft>
              <a:buClr>
                <a:schemeClr val="dk1"/>
              </a:buClr>
              <a:buSzPts val="7134"/>
              <a:buFont typeface="Times New Roman"/>
              <a:buChar char="•"/>
              <a:defRPr b="0" i="0" sz="71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0809" lvl="1" marL="914400" marR="0" rtl="0" algn="l">
              <a:spcBef>
                <a:spcPts val="1267"/>
              </a:spcBef>
              <a:spcAft>
                <a:spcPts val="0"/>
              </a:spcAft>
              <a:buClr>
                <a:schemeClr val="dk1"/>
              </a:buClr>
              <a:buSzPts val="6334"/>
              <a:buFont typeface="Times New Roman"/>
              <a:buChar char="–"/>
              <a:defRPr b="0" i="0" sz="6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571500" lvl="2" marL="1371600" marR="0" rtl="0" algn="l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Char char="•"/>
              <a:defRPr b="0" i="0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503809" lvl="3" marL="18288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–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503809" lvl="4" marL="22860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503809" lvl="5" marL="27432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503809" lvl="6" marL="32004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503809" lvl="7" marL="36576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503809" lvl="8" marL="4114800" marR="0" rtl="0" algn="l">
              <a:spcBef>
                <a:spcPts val="867"/>
              </a:spcBef>
              <a:spcAft>
                <a:spcPts val="0"/>
              </a:spcAft>
              <a:buClr>
                <a:schemeClr val="dk1"/>
              </a:buClr>
              <a:buSzPts val="4334"/>
              <a:buFont typeface="Times New Roman"/>
              <a:buChar char="»"/>
              <a:defRPr b="0" i="0" sz="43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80"/>
              <a:buChar char="●"/>
              <a:defRPr sz="6880">
                <a:solidFill>
                  <a:schemeClr val="dk2"/>
                </a:solidFill>
              </a:defRPr>
            </a:lvl1pPr>
            <a:lvl2pPr indent="-56839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2pPr>
            <a:lvl3pPr indent="-56839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3pPr>
            <a:lvl4pPr indent="-56839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4pPr>
            <a:lvl5pPr indent="-568396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5pPr>
            <a:lvl6pPr indent="-568396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6pPr>
            <a:lvl7pPr indent="-568396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7pPr>
            <a:lvl8pPr indent="-56839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8pPr>
            <a:lvl9pPr indent="-56839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r">
              <a:buNone/>
              <a:defRPr sz="3822">
                <a:solidFill>
                  <a:schemeClr val="dk2"/>
                </a:solidFill>
              </a:defRPr>
            </a:lvl1pPr>
            <a:lvl2pPr lvl="1" algn="r">
              <a:buNone/>
              <a:defRPr sz="3822">
                <a:solidFill>
                  <a:schemeClr val="dk2"/>
                </a:solidFill>
              </a:defRPr>
            </a:lvl2pPr>
            <a:lvl3pPr lvl="2" algn="r">
              <a:buNone/>
              <a:defRPr sz="3822">
                <a:solidFill>
                  <a:schemeClr val="dk2"/>
                </a:solidFill>
              </a:defRPr>
            </a:lvl3pPr>
            <a:lvl4pPr lvl="3" algn="r">
              <a:buNone/>
              <a:defRPr sz="3822">
                <a:solidFill>
                  <a:schemeClr val="dk2"/>
                </a:solidFill>
              </a:defRPr>
            </a:lvl4pPr>
            <a:lvl5pPr lvl="4" algn="r">
              <a:buNone/>
              <a:defRPr sz="3822">
                <a:solidFill>
                  <a:schemeClr val="dk2"/>
                </a:solidFill>
              </a:defRPr>
            </a:lvl5pPr>
            <a:lvl6pPr lvl="5" algn="r">
              <a:buNone/>
              <a:defRPr sz="3822">
                <a:solidFill>
                  <a:schemeClr val="dk2"/>
                </a:solidFill>
              </a:defRPr>
            </a:lvl6pPr>
            <a:lvl7pPr lvl="6" algn="r">
              <a:buNone/>
              <a:defRPr sz="3822">
                <a:solidFill>
                  <a:schemeClr val="dk2"/>
                </a:solidFill>
              </a:defRPr>
            </a:lvl7pPr>
            <a:lvl8pPr lvl="7" algn="r">
              <a:buNone/>
              <a:defRPr sz="3822">
                <a:solidFill>
                  <a:schemeClr val="dk2"/>
                </a:solidFill>
              </a:defRPr>
            </a:lvl8pPr>
            <a:lvl9pPr lvl="8" algn="r">
              <a:buNone/>
              <a:defRPr sz="3822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-5400000">
            <a:off x="-11074400" y="109728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5400000">
            <a:off x="29718000" y="109728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500" y="22453600"/>
            <a:ext cx="29997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60" u="none" cap="none" strike="noStrike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ID: ponderingpeacock  Size: 36x24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.png"/><Relationship Id="rId11" Type="http://schemas.openxmlformats.org/officeDocument/2006/relationships/image" Target="../media/image11.png"/><Relationship Id="rId10" Type="http://schemas.openxmlformats.org/officeDocument/2006/relationships/image" Target="../media/image2.png"/><Relationship Id="rId13" Type="http://schemas.openxmlformats.org/officeDocument/2006/relationships/image" Target="../media/image12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Relationship Id="rId15" Type="http://schemas.openxmlformats.org/officeDocument/2006/relationships/image" Target="../media/image7.png"/><Relationship Id="rId14" Type="http://schemas.openxmlformats.org/officeDocument/2006/relationships/image" Target="../media/image16.png"/><Relationship Id="rId17" Type="http://schemas.openxmlformats.org/officeDocument/2006/relationships/image" Target="../media/image8.png"/><Relationship Id="rId16" Type="http://schemas.openxmlformats.org/officeDocument/2006/relationships/image" Target="../media/image9.png"/><Relationship Id="rId5" Type="http://schemas.openxmlformats.org/officeDocument/2006/relationships/image" Target="../media/image20.jpg"/><Relationship Id="rId19" Type="http://schemas.openxmlformats.org/officeDocument/2006/relationships/image" Target="../media/image5.png"/><Relationship Id="rId6" Type="http://schemas.openxmlformats.org/officeDocument/2006/relationships/image" Target="../media/image13.png"/><Relationship Id="rId18" Type="http://schemas.openxmlformats.org/officeDocument/2006/relationships/image" Target="../media/image18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AD3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/>
          <p:nvPr/>
        </p:nvSpPr>
        <p:spPr>
          <a:xfrm>
            <a:off x="457200" y="457200"/>
            <a:ext cx="32004000" cy="4053748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D44E28"/>
          </a:solidFill>
          <a:ln>
            <a:noFill/>
          </a:ln>
        </p:spPr>
        <p:txBody>
          <a:bodyPr anchorCtr="0" anchor="ctr" bIns="20375" lIns="40775" spcFirstLastPara="1" rIns="40775" wrap="square" tIns="2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sng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5"/>
          <p:cNvSpPr txBox="1"/>
          <p:nvPr/>
        </p:nvSpPr>
        <p:spPr>
          <a:xfrm>
            <a:off x="921775" y="767300"/>
            <a:ext cx="31002300" cy="19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lt1"/>
              </a:buClr>
              <a:buSzPts val="5700"/>
              <a:buFont typeface="Quattrocento"/>
              <a:buNone/>
            </a:pPr>
            <a:r>
              <a:rPr b="1" lang="en" sz="57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Software Engineering Senior Capstone Project</a:t>
            </a:r>
            <a:endParaRPr b="1" sz="57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lt1"/>
              </a:buClr>
              <a:buSzPts val="5700"/>
              <a:buFont typeface="Quattrocento"/>
              <a:buNone/>
            </a:pPr>
            <a:r>
              <a:rPr b="1" lang="en" sz="57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Pollinator Habitat</a:t>
            </a:r>
            <a:endParaRPr b="1" sz="57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98" name="Google Shape;98;p25"/>
          <p:cNvSpPr txBox="1"/>
          <p:nvPr/>
        </p:nvSpPr>
        <p:spPr>
          <a:xfrm>
            <a:off x="4267200" y="2901664"/>
            <a:ext cx="24384000" cy="1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" sz="37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C.J. Fulciniti, Camden Hovell, Campbell Reed, Evan Kiser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" sz="37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Ball State University, Computer Science Department</a:t>
            </a:r>
            <a:endParaRPr/>
          </a:p>
        </p:txBody>
      </p:sp>
      <p:sp>
        <p:nvSpPr>
          <p:cNvPr id="99" name="Google Shape;99;p25"/>
          <p:cNvSpPr/>
          <p:nvPr/>
        </p:nvSpPr>
        <p:spPr>
          <a:xfrm>
            <a:off x="440321" y="5334000"/>
            <a:ext cx="7570200" cy="60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5"/>
          <p:cNvSpPr/>
          <p:nvPr/>
        </p:nvSpPr>
        <p:spPr>
          <a:xfrm>
            <a:off x="440321" y="4980881"/>
            <a:ext cx="7570324" cy="582201"/>
          </a:xfrm>
          <a:prstGeom prst="snipRoundRect">
            <a:avLst>
              <a:gd fmla="val 0" name="adj1"/>
              <a:gd fmla="val 50000" name="adj2"/>
            </a:avLst>
          </a:prstGeom>
          <a:solidFill>
            <a:srgbClr val="D44E28"/>
          </a:solidFill>
          <a:ln>
            <a:noFill/>
          </a:ln>
        </p:spPr>
        <p:txBody>
          <a:bodyPr anchorCtr="0" anchor="ctr" bIns="45700" lIns="182875" spcFirstLastPara="1" rIns="182875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Tech - Stack</a:t>
            </a:r>
            <a:endParaRPr/>
          </a:p>
        </p:txBody>
      </p:sp>
      <p:sp>
        <p:nvSpPr>
          <p:cNvPr id="101" name="Google Shape;101;p25"/>
          <p:cNvSpPr/>
          <p:nvPr/>
        </p:nvSpPr>
        <p:spPr>
          <a:xfrm>
            <a:off x="8589890" y="5333999"/>
            <a:ext cx="7570324" cy="1615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5"/>
          <p:cNvSpPr/>
          <p:nvPr/>
        </p:nvSpPr>
        <p:spPr>
          <a:xfrm>
            <a:off x="8589890" y="4980881"/>
            <a:ext cx="7570324" cy="582201"/>
          </a:xfrm>
          <a:prstGeom prst="snipRoundRect">
            <a:avLst>
              <a:gd fmla="val 0" name="adj1"/>
              <a:gd fmla="val 50000" name="adj2"/>
            </a:avLst>
          </a:prstGeom>
          <a:solidFill>
            <a:srgbClr val="D44E28"/>
          </a:solidFill>
          <a:ln>
            <a:noFill/>
          </a:ln>
        </p:spPr>
        <p:txBody>
          <a:bodyPr anchorCtr="0" anchor="ctr" bIns="45700" lIns="182875" spcFirstLastPara="1" rIns="182875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External Features</a:t>
            </a:r>
            <a:endParaRPr/>
          </a:p>
        </p:txBody>
      </p:sp>
      <p:sp>
        <p:nvSpPr>
          <p:cNvPr id="103" name="Google Shape;103;p25"/>
          <p:cNvSpPr/>
          <p:nvPr/>
        </p:nvSpPr>
        <p:spPr>
          <a:xfrm>
            <a:off x="16739457" y="5333999"/>
            <a:ext cx="7570324" cy="1615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5"/>
          <p:cNvSpPr/>
          <p:nvPr/>
        </p:nvSpPr>
        <p:spPr>
          <a:xfrm>
            <a:off x="16739457" y="4980881"/>
            <a:ext cx="7570324" cy="582201"/>
          </a:xfrm>
          <a:prstGeom prst="snipRoundRect">
            <a:avLst>
              <a:gd fmla="val 0" name="adj1"/>
              <a:gd fmla="val 50000" name="adj2"/>
            </a:avLst>
          </a:prstGeom>
          <a:solidFill>
            <a:srgbClr val="D44E28"/>
          </a:solidFill>
          <a:ln>
            <a:noFill/>
          </a:ln>
        </p:spPr>
        <p:txBody>
          <a:bodyPr anchorCtr="0" anchor="ctr" bIns="45700" lIns="182875" spcFirstLastPara="1" rIns="182875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Internal Features</a:t>
            </a:r>
            <a:endParaRPr/>
          </a:p>
        </p:txBody>
      </p:sp>
      <p:sp>
        <p:nvSpPr>
          <p:cNvPr id="105" name="Google Shape;105;p25"/>
          <p:cNvSpPr/>
          <p:nvPr/>
        </p:nvSpPr>
        <p:spPr>
          <a:xfrm>
            <a:off x="24889027" y="5333999"/>
            <a:ext cx="7570324" cy="120512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5"/>
          <p:cNvSpPr txBox="1"/>
          <p:nvPr/>
        </p:nvSpPr>
        <p:spPr>
          <a:xfrm>
            <a:off x="25062218" y="5740400"/>
            <a:ext cx="7224000" cy="115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-482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Quattrocento Sans"/>
              <a:buChar char="●"/>
            </a:pPr>
            <a:r>
              <a:rPr lang="en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UI &amp; UX from the target audience's perspective (children)</a:t>
            </a:r>
            <a:endParaRPr sz="4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482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Quattrocento Sans"/>
              <a:buChar char="●"/>
            </a:pPr>
            <a:r>
              <a:rPr lang="en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Prototype fast and implement feedback from real users</a:t>
            </a:r>
            <a:endParaRPr sz="4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482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Quattrocento Sans"/>
              <a:buChar char="●"/>
            </a:pPr>
            <a:r>
              <a:rPr lang="en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Intentional design plans to avoid future pitfalls</a:t>
            </a:r>
            <a:endParaRPr sz="4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482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Quattrocento Sans"/>
              <a:buChar char="●"/>
            </a:pPr>
            <a:r>
              <a:rPr lang="en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Simplicity is better in public software</a:t>
            </a:r>
            <a:endParaRPr sz="4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482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Quattrocento Sans"/>
              <a:buChar char="●"/>
            </a:pPr>
            <a:r>
              <a:rPr lang="en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Clarify design questions with non-technical individuals</a:t>
            </a:r>
            <a:endParaRPr sz="4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482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Quattrocento Sans"/>
              <a:buChar char="●"/>
            </a:pPr>
            <a:r>
              <a:rPr lang="en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Gameplay design for ease-of-use and fast replayability</a:t>
            </a:r>
            <a:endParaRPr sz="4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482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Quattrocento Sans"/>
              <a:buChar char="●"/>
            </a:pPr>
            <a:r>
              <a:rPr lang="en" sz="4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Purposeful functionality limits to protect the user from themself</a:t>
            </a:r>
            <a:endParaRPr sz="4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" name="Google Shape;107;p25"/>
          <p:cNvSpPr/>
          <p:nvPr/>
        </p:nvSpPr>
        <p:spPr>
          <a:xfrm>
            <a:off x="24889027" y="4980881"/>
            <a:ext cx="7570324" cy="582201"/>
          </a:xfrm>
          <a:prstGeom prst="snipRoundRect">
            <a:avLst>
              <a:gd fmla="val 0" name="adj1"/>
              <a:gd fmla="val 50000" name="adj2"/>
            </a:avLst>
          </a:prstGeom>
          <a:solidFill>
            <a:srgbClr val="D44E28"/>
          </a:solidFill>
          <a:ln>
            <a:noFill/>
          </a:ln>
        </p:spPr>
        <p:txBody>
          <a:bodyPr anchorCtr="0" anchor="ctr" bIns="45700" lIns="182875" spcFirstLastPara="1" rIns="182875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Conclusion</a:t>
            </a:r>
            <a:endParaRPr/>
          </a:p>
        </p:txBody>
      </p:sp>
      <p:sp>
        <p:nvSpPr>
          <p:cNvPr id="108" name="Google Shape;108;p25"/>
          <p:cNvSpPr/>
          <p:nvPr/>
        </p:nvSpPr>
        <p:spPr>
          <a:xfrm>
            <a:off x="440321" y="12141200"/>
            <a:ext cx="7570324" cy="934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613500" y="12598400"/>
            <a:ext cx="72240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Digitizing a paper-based educational activity to teach Conner Prairie guests about various pollinators in a fun and interactive way</a:t>
            </a:r>
            <a:endParaRPr sz="47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" name="Google Shape;110;p25"/>
          <p:cNvSpPr/>
          <p:nvPr/>
        </p:nvSpPr>
        <p:spPr>
          <a:xfrm>
            <a:off x="440321" y="11846652"/>
            <a:ext cx="7570324" cy="582201"/>
          </a:xfrm>
          <a:prstGeom prst="snipRoundRect">
            <a:avLst>
              <a:gd fmla="val 0" name="adj1"/>
              <a:gd fmla="val 50000" name="adj2"/>
            </a:avLst>
          </a:prstGeom>
          <a:solidFill>
            <a:srgbClr val="D44E28"/>
          </a:solidFill>
          <a:ln>
            <a:noFill/>
          </a:ln>
        </p:spPr>
        <p:txBody>
          <a:bodyPr anchorCtr="0" anchor="ctr" bIns="45700" lIns="182875" spcFirstLastPara="1" rIns="182875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Purpose</a:t>
            </a:r>
            <a:endParaRPr/>
          </a:p>
        </p:txBody>
      </p:sp>
      <p:sp>
        <p:nvSpPr>
          <p:cNvPr id="111" name="Google Shape;111;p25"/>
          <p:cNvSpPr/>
          <p:nvPr/>
        </p:nvSpPr>
        <p:spPr>
          <a:xfrm>
            <a:off x="24890878" y="18237198"/>
            <a:ext cx="7570324" cy="325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25064075" y="18578945"/>
            <a:ext cx="72240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Faculty Mentor</a:t>
            </a:r>
            <a:endParaRPr b="1" sz="27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Huseyin Ergin, Ph.D.</a:t>
            </a:r>
            <a:endParaRPr sz="27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Associate Professor of Computer Science (Ball State University)</a:t>
            </a:r>
            <a:endParaRPr i="1"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</a:t>
            </a:r>
            <a:endParaRPr b="1" sz="27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Ronda Hamm, Ph.D.</a:t>
            </a:r>
            <a:endParaRPr sz="27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Director of Food, Farm, and Energy Experience (Conner Prairie)</a:t>
            </a:r>
            <a:endParaRPr i="1"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3" name="Google Shape;113;p25"/>
          <p:cNvSpPr/>
          <p:nvPr/>
        </p:nvSpPr>
        <p:spPr>
          <a:xfrm>
            <a:off x="24890878" y="17942651"/>
            <a:ext cx="7570324" cy="582201"/>
          </a:xfrm>
          <a:prstGeom prst="snipRoundRect">
            <a:avLst>
              <a:gd fmla="val 0" name="adj1"/>
              <a:gd fmla="val 46622" name="adj2"/>
            </a:avLst>
          </a:prstGeom>
          <a:solidFill>
            <a:srgbClr val="D44E28"/>
          </a:solidFill>
          <a:ln>
            <a:noFill/>
          </a:ln>
        </p:spPr>
        <p:txBody>
          <a:bodyPr anchorCtr="0" anchor="ctr" bIns="45700" lIns="182875" spcFirstLastPara="1" rIns="182875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Acknowledgements</a:t>
            </a:r>
            <a:endParaRPr/>
          </a:p>
        </p:txBody>
      </p:sp>
      <p:pic>
        <p:nvPicPr>
          <p:cNvPr id="114" name="Google Shape;114;p25"/>
          <p:cNvPicPr preferRelativeResize="0"/>
          <p:nvPr/>
        </p:nvPicPr>
        <p:blipFill rotWithShape="1">
          <a:blip r:embed="rId3">
            <a:alphaModFix/>
          </a:blip>
          <a:srcRect b="30512" l="0" r="0" t="0"/>
          <a:stretch/>
        </p:blipFill>
        <p:spPr>
          <a:xfrm>
            <a:off x="613500" y="600473"/>
            <a:ext cx="1412587" cy="113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6738" y="3351259"/>
            <a:ext cx="1729413" cy="100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5" title="IMG_236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8212" y="17100757"/>
            <a:ext cx="5454577" cy="40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73602" y="6032998"/>
            <a:ext cx="6102049" cy="264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83150" y="9883625"/>
            <a:ext cx="6657975" cy="74866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19" name="Google Shape;119;p25"/>
          <p:cNvSpPr txBox="1"/>
          <p:nvPr/>
        </p:nvSpPr>
        <p:spPr>
          <a:xfrm>
            <a:off x="16999225" y="8849200"/>
            <a:ext cx="722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Statistics Search Filters</a:t>
            </a:r>
            <a:endParaRPr sz="3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16913550" y="17544525"/>
            <a:ext cx="722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Statistics CSV Export</a:t>
            </a:r>
            <a:endParaRPr sz="3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21" name="Google Shape;121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034163" y="18578943"/>
            <a:ext cx="6982769" cy="18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5"/>
          <p:cNvSpPr txBox="1"/>
          <p:nvPr/>
        </p:nvSpPr>
        <p:spPr>
          <a:xfrm>
            <a:off x="16913550" y="20543000"/>
            <a:ext cx="722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 Statistics</a:t>
            </a:r>
            <a:endParaRPr sz="3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23" name="Google Shape;123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09375" y="8044305"/>
            <a:ext cx="2642100" cy="264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09373" y="5930901"/>
            <a:ext cx="2642100" cy="2642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5" title="ts-logo-256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99375" y="5835650"/>
            <a:ext cx="2642100" cy="264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99400" y="9005047"/>
            <a:ext cx="2642100" cy="179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828467" y="9036061"/>
            <a:ext cx="2642100" cy="264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533049" y="5779125"/>
            <a:ext cx="2494444" cy="4884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647961" y="16779554"/>
            <a:ext cx="2264634" cy="421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3030771" y="5886738"/>
            <a:ext cx="2445941" cy="5002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560771" y="11278807"/>
            <a:ext cx="2439012" cy="500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3023847" y="11304110"/>
            <a:ext cx="2459799" cy="498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3063950" y="16846593"/>
            <a:ext cx="2524125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/>
        </p:nvSpPr>
        <p:spPr>
          <a:xfrm>
            <a:off x="9460267" y="10721101"/>
            <a:ext cx="264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Home</a:t>
            </a:r>
            <a:endParaRPr sz="3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12933729" y="10721101"/>
            <a:ext cx="264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Settings</a:t>
            </a:r>
            <a:endParaRPr sz="3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9460267" y="16174174"/>
            <a:ext cx="264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Gameplay</a:t>
            </a:r>
            <a:endParaRPr sz="3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12933729" y="16174174"/>
            <a:ext cx="264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Facts</a:t>
            </a:r>
            <a:endParaRPr sz="3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550375" y="12007400"/>
            <a:ext cx="2019875" cy="304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/>
        </p:nvSpPr>
        <p:spPr>
          <a:xfrm>
            <a:off x="9460267" y="20955946"/>
            <a:ext cx="264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Collection</a:t>
            </a:r>
            <a:endParaRPr sz="3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13006004" y="20955956"/>
            <a:ext cx="264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Collection</a:t>
            </a:r>
            <a:endParaRPr sz="3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